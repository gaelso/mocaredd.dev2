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3B4"/>
    <a:srgbClr val="448DB6"/>
    <a:srgbClr val="82AC66"/>
    <a:srgbClr val="5A38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4D2C-C70E-2AD9-308D-A7F7A0F49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9F01A-F31E-5378-F89F-843DCEA70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C9FB-EC12-55FE-C23F-E99F4F5D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CAF20-4CAB-591C-9C19-B4B5DE97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AC9BA-5C89-FC0A-A624-9D79AEDA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7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83FD-8C04-5241-3093-E024BF42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706C-80A7-591F-40AA-482750ED2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EDE7-1DCE-2DAF-2939-6EB9CDEE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88722-28CA-D1D5-7321-0270A0B1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F537-51D2-762C-2DDC-53FDD0A6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6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68A7-3FA1-18C2-8060-1CD22E6B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2B6D1-287C-364D-BFE0-8EB25F904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7FBB9-3D2C-DE20-566A-ABDCFD7F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8375-A31C-07CE-E6C8-74E459A7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4C6F2-D022-A471-CD98-036449A9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B358-4FA3-98D1-D176-51505CA2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4BB7-4452-E8D4-E9D8-B06439279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500AE-289E-E72A-D74D-42F9A62CB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9AE21-5B53-881F-229D-D0E803DE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7EBD8-5754-4D9E-52A9-7B1B14447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CE5E0-C94A-07DF-A5E2-1A763DD0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2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259C-B007-6D35-CFA2-F89C31A3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1A77D-2B14-E534-C9AA-E5EC3D378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D7BCD-39BE-458A-1361-C1AD37D84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E7DC8-F9E8-48D8-0797-2208BC034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29C32-513A-C1E2-A20D-4A5DF2E7F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F4BA9-A88C-439F-2704-54B933D3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5F024-CBBA-D4F6-9C59-1A2B6D60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1C18D-9DFD-0EC4-1119-F64B8ED3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4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279D-2209-0878-2D1C-4EB3FDC6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5A2A7D-76CA-534C-F9F7-218248C4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DA2EC-9FFD-F386-B972-25197425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3B404-A2D8-1C73-36D5-E7585AAE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2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3975C-4A68-CF06-F179-6000A2B5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7C9CD-DDB4-D305-D617-F674873C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F078B-315C-6E6E-652D-36C86628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6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9318-E004-8222-C3E2-359AB424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1C28-B77D-DCA7-E170-18C7861A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A8217-D793-803D-0BD2-7BA1D242F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3901F-DA88-0199-AB42-98280940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AF8DF-C9E9-2E6A-A71F-72FDA546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083B-F120-2494-0C99-BFF56860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4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CC5-3294-3E19-6394-1D7EF511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320BD-37AA-423B-78A6-876813050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D0363-F5DF-8CA7-F635-2C3713FE4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E2EDB-E9A5-8A2A-9369-25A30E5F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8A00-C740-5532-DA07-16D82F17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0F915-0E87-8AC4-2F29-3F33EDB2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4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2539-D82B-9E00-208E-0C64E173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5E901-30BC-347B-5626-CB8481B96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4A22-2827-00AA-4AA2-27079995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C20AA-07CB-A308-789A-2D42C66C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E595-BFA7-73E2-CBE6-AE1C22C6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9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363CB-B683-A237-62AB-28CD55C44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DF0DC-5C23-5DF9-D5AB-411B6AB71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57CE-8AAE-DE88-8769-97FAE884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B1AF-3529-F956-DB3A-666D432F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1141A-FA9A-7B75-1029-53F7890A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0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194F9-F189-EAEC-D3CE-590BCB6A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18488-F5E4-E3B2-BF98-56BB1CD9C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2F2A5-46FA-40BF-2E53-858897279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F43FF-496F-7243-9466-E2A5DF3D9D1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E87-7F3A-94F2-1FFC-F319D09EC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F20E6-1EFB-99D6-32C8-78DA864A8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01E4C-BBD5-D440-B2C5-BA9F5C7F2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F5F1-F400-9731-12CC-BB17C9164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E592C-DB81-C227-E060-089FE7641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7709E3-DCB9-358D-2D20-CCE2B708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13" y="775020"/>
            <a:ext cx="1905000" cy="190500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3B46F-9D4D-93C3-683B-2410E89B9BC6}"/>
              </a:ext>
            </a:extLst>
          </p:cNvPr>
          <p:cNvSpPr txBox="1"/>
          <p:nvPr/>
        </p:nvSpPr>
        <p:spPr>
          <a:xfrm>
            <a:off x="1103213" y="2552831"/>
            <a:ext cx="4644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arena-helpers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CE0E23-6766-157A-5D0A-CB557E0D8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5874"/>
            <a:ext cx="1905000" cy="1905000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A67F0E-86FE-123E-9E55-48C688B7D60C}"/>
              </a:ext>
            </a:extLst>
          </p:cNvPr>
          <p:cNvSpPr txBox="1"/>
          <p:nvPr/>
        </p:nvSpPr>
        <p:spPr>
          <a:xfrm>
            <a:off x="8001000" y="1104431"/>
            <a:ext cx="2592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arena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643634-8418-5A41-18EC-48298D365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61" y="4422975"/>
            <a:ext cx="1905000" cy="1905000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36AD29-3804-5956-0A4A-7F3CD99722F7}"/>
              </a:ext>
            </a:extLst>
          </p:cNvPr>
          <p:cNvSpPr txBox="1"/>
          <p:nvPr/>
        </p:nvSpPr>
        <p:spPr>
          <a:xfrm>
            <a:off x="2315661" y="5004536"/>
            <a:ext cx="28234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arena</a:t>
            </a:r>
          </a:p>
          <a:p>
            <a:r>
              <a:rPr lang="en-US" sz="4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helpers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4E2C27-A25B-4225-CDA6-CBCE7AFA2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460" y="4468648"/>
            <a:ext cx="1905000" cy="1905000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0BA58D-D118-99D0-1A9F-E63263E9F36B}"/>
              </a:ext>
            </a:extLst>
          </p:cNvPr>
          <p:cNvSpPr txBox="1"/>
          <p:nvPr/>
        </p:nvSpPr>
        <p:spPr>
          <a:xfrm>
            <a:off x="7886460" y="4447127"/>
            <a:ext cx="3780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arena</a:t>
            </a:r>
          </a:p>
          <a:p>
            <a:r>
              <a:rPr lang="en-US" sz="6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helpers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8300D-8F74-6FDD-5F2C-93E34E40973E}"/>
              </a:ext>
            </a:extLst>
          </p:cNvPr>
          <p:cNvSpPr txBox="1"/>
          <p:nvPr/>
        </p:nvSpPr>
        <p:spPr>
          <a:xfrm>
            <a:off x="8001000" y="1702987"/>
            <a:ext cx="25921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493B4"/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helpers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4C19F5-0E7B-6717-992F-316626D77F16}"/>
              </a:ext>
            </a:extLst>
          </p:cNvPr>
          <p:cNvCxnSpPr>
            <a:cxnSpLocks/>
          </p:cNvCxnSpPr>
          <p:nvPr/>
        </p:nvCxnSpPr>
        <p:spPr>
          <a:xfrm flipV="1">
            <a:off x="410661" y="6306443"/>
            <a:ext cx="4149764" cy="21532"/>
          </a:xfrm>
          <a:prstGeom prst="line">
            <a:avLst/>
          </a:prstGeom>
          <a:ln w="38100">
            <a:solidFill>
              <a:srgbClr val="249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02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27C0-5D61-186C-6AAF-C4198FDD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27A2D9-99A4-513B-2822-7879BFC63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761" y="1975937"/>
            <a:ext cx="4351338" cy="435133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BD53EB9-F4E1-ECAF-0129-B07B41232B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993" y="1897649"/>
            <a:ext cx="4351338" cy="4351338"/>
          </a:xfrm>
          <a:prstGeom prst="rect">
            <a:avLst/>
          </a:prstGeom>
        </p:spPr>
      </p:pic>
      <p:sp>
        <p:nvSpPr>
          <p:cNvPr id="7" name="Donut 6">
            <a:extLst>
              <a:ext uri="{FF2B5EF4-FFF2-40B4-BE49-F238E27FC236}">
                <a16:creationId xmlns:a16="http://schemas.microsoft.com/office/drawing/2014/main" id="{46A485CA-E4B4-BF1D-420F-0163B8D2EA39}"/>
              </a:ext>
            </a:extLst>
          </p:cNvPr>
          <p:cNvSpPr/>
          <p:nvPr/>
        </p:nvSpPr>
        <p:spPr>
          <a:xfrm>
            <a:off x="6364993" y="1897649"/>
            <a:ext cx="4351337" cy="4351338"/>
          </a:xfrm>
          <a:prstGeom prst="donut">
            <a:avLst>
              <a:gd name="adj" fmla="val 5433"/>
            </a:avLst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49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Fira Code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Sola, Gael (FAOVN)</dc:creator>
  <cp:lastModifiedBy>Sola, Gael (NFOM)</cp:lastModifiedBy>
  <cp:revision>2</cp:revision>
  <dcterms:created xsi:type="dcterms:W3CDTF">2024-06-02T18:12:52Z</dcterms:created>
  <dcterms:modified xsi:type="dcterms:W3CDTF">2026-09-23T21:24:11Z</dcterms:modified>
</cp:coreProperties>
</file>